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6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Timestamp-Based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Control Protocols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201168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Serializability Without Locks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IV— Transaction Management &amp; Concurrency Control  |  CSE (AI &amp; ML)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Concurrency Control?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65960" y="1874520"/>
            <a:ext cx="731520" cy="7315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9659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Users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databases serve many transactions at once — banking, booking, inventory systems all run concurrently.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60720" y="1874520"/>
            <a:ext cx="731520" cy="7315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7607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Interference Risk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337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interleaving of reads/writes causes lost updates, dirty reads, and inconsistent analysis.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55480" y="1874520"/>
            <a:ext cx="731520" cy="7315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5554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 Goal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337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ensures the concurrent schedule is equivalent to some serial execution.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protocols are one approach; timestamp-based protocols achieve the same goal without locks or waiting.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Timestamp Ordering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assigned a unique timestamp the moment it enters the system — usually its start time.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TS(T) </a:t>
            </a: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timestamp of transaction T. Older transactions (smaller TS) get priority over younger ones.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resolved by comparing timestamps, not by acquiring locks.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enforces an order equivalent to the order of timestamps.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younger transaction tries to act before an older one "should" have, it is rolled back.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serializability; the resulting schedule is conflict-serializable in timestamp order.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67512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TIMELINE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949440" y="3840480"/>
            <a:ext cx="4114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 rot="5400000">
            <a:off x="10881360" y="3685032"/>
            <a:ext cx="201168" cy="310896"/>
          </a:xfrm>
          <a:prstGeom prst="triangl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40880" y="3611880"/>
            <a:ext cx="457200" cy="457200"/>
          </a:xfrm>
          <a:prstGeom prst="ellipse">
            <a:avLst/>
          </a:prstGeom>
          <a:solidFill>
            <a:srgbClr val="F0A5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0408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TS=10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3611880"/>
            <a:ext cx="457200" cy="457200"/>
          </a:xfrm>
          <a:prstGeom prst="ellipse">
            <a:avLst/>
          </a:prstGeom>
          <a:solidFill>
            <a:srgbClr val="F0A5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210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TS=15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0" y="3611880"/>
            <a:ext cx="457200" cy="457200"/>
          </a:xfrm>
          <a:prstGeom prst="ellipse">
            <a:avLst/>
          </a:prstGeom>
          <a:solidFill>
            <a:srgbClr val="F0A5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601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TS=22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Younger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394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timestamp = higher priority in conflict resolution.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ITEM METADATA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Write Timestamps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item Q carries two timestamps that record the most recent transaction to touch it successfully: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AF0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R-timestamp(Q)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RTS(Q)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632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timestamp among all transactions that successfully executed read(Q).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3DE"/>
          </a:solidFill>
          <a:ln w="15875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W-timestamp(Q)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WTS(Q)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632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timestamp among all transactions that successfully executed write(Q).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values let the scheduler test whether a request arrives “too late” relative to transactions that already read or wrote Q.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68680" y="519379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 every successful access: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Ti executes read(Q), RTS(Q) = max(RTS(Q), TS(Ti)); when Ti executes write(Q), WTS(Q) = max(WTS(Q), TS(Ti)).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TIMESTAMP ORDERING (TO) PROTOCOL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for read(Q)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TS(Ti) &lt; WTS(Q)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482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is trying to read a value that was already overwritten by a younger transaction. The read is rejected and Ti is rolled back.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7EE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3182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(TS(Ti) ≥ WTS(Q))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0273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proceeds normally, and RTS(Q) is set to max(RTS(Q), TS(Ti)).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74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must never read a version of data that is “newer” than what its own timestamp allows — doing so would violate the timestamp order.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TIMESTAMP ORDERING (TO) PROTOCOL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for write(Q)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TS(Ti) &lt; RTS(Q)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4825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younger transaction already read Q, expecting the old value. Overwriting now would be inconsistent — reject and roll back Ti.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30449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if TS(Ti) &lt; WTS(Q)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6557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is trying to write an obsolete value — a younger transaction already wrote a newer one. Reject and roll back Ti.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7EE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45262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— the write proceeds, and WTS(Q) = TS(Ti).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rolled-back transaction is restarted with a new timestamp — it is never given the same timestamp twice.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Basic TO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T1 (TS = 5) and T2 (TS = 10) operate on data item Q. Initially RTS(Q) = 0, WTS(Q) = 0.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33404"/>
              </p:ext>
            </p:extLst>
          </p:nvPr>
        </p:nvGraphicFramePr>
        <p:xfrm>
          <a:off x="548640" y="1965960"/>
          <a:ext cx="11064240" cy="23774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writes 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TS(T2)=10 ≥ RTS(Q)=0 and ≥ WTS(Q)=0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— WTS(Q) = 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reads 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TS(T1)=5 &lt; WTS(Q)=10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T1 rolled back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restarts with TS = 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TS(T1)=12 ≥ WTS(Q)=10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allowed — RTS(Q) = 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3DE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5"/>
          <p:cNvSpPr txBox="1"/>
          <p:nvPr/>
        </p:nvSpPr>
        <p:spPr>
          <a:xfrm>
            <a:off x="868680" y="4828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57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19379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T1 started “first” in timestamp terms, once rolled back it re-enters with a fresh, later timestamp — the protocol always maintains a consistent logical ordering.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Thomas Write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modification of the basic TO protocol that allows some schedules the basic protocol would reject — while still preserving equivalence to a serial schedule.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change — </a:t>
            </a: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TS(Ti) &lt; WTS(Q), instead of rejecting the write, it is simply </a:t>
            </a:r>
            <a:r>
              <a:rPr lang="en-US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no-op).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safe: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transaction has already written a newer version of Q.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Ti's write would immediately be overwritten anyway — it can never be “seen” by any other transaction.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it avoids an unnecessary rollback while keeping the final state identical.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223760" y="3611880"/>
            <a:ext cx="438912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498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rollbacks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7091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concurrency by allowing more schedules to complete without restarting transactions, compared to the basic timestamp-ordering protocol.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Disadvantages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AF7EE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locks required — eliminates deadlock entirely.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detected and resolved at access time using simple timestamp comparisons.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produced are always conflict-serializable.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read-heavy or short transactions with low contention.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DEAEA"/>
          </a:solidFill>
          <a:ln w="1587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frequent rollbacks under high contention, hurting throughput.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is possible — a transaction may be repeatedly restarted.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may not be recoverable or cascadeless without extra checks.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timestamp bookkeeping (RTS/WTS) per data item is required.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Timestamp-Based Concurrency Control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Timestamp-Based Protocols — Key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gets a unique timestamp; conflicts are resolved by comparing it against RTS(Q) / WTS(Q).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986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TO protocol rolls back a transaction whenever it would violate timestamp order; the Thomas Write Rule relaxes this for obsolete writes.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502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conflict-serializability without any locking — and therefore without deadlock.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0017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freedom from deadlock comes at the cost of potential rollbacks and starvation under contention.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Validation (Optimistic) Concurrency Control Protocols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1125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Kiran Mayee Adavala</cp:lastModifiedBy>
  <cp:revision>4</cp:revision>
  <dcterms:created xsi:type="dcterms:W3CDTF">2026-09-09T03:30:15Z</dcterms:created>
  <dcterms:modified xsi:type="dcterms:W3CDTF">2026-09-09T05:52:38Z</dcterms:modified>
</cp:coreProperties>
</file>