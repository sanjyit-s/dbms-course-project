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74" autoAdjust="0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C5BF59-6F95-467D-A7D2-4D491A31D45E}" type="datetimeFigureOut">
              <a:t>9/7/2026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0CD98-3641-4DE8-95B4-E67BE248DFB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926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Resolving Deadlocks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Operating Systems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What is a Deadlock?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A set of processes permanently waiting for resources.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No process can proceed because each waits for another.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Necessary Conditions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Mutual Exclusion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Hold and Wait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No Preemption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Circular Wait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Approaches to Handle Deadlocks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Prevention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Avoidance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Detection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Recovery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Deadlock Prevention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2000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Break one of the four necessary conditions.</a:t>
            </a:r>
            <a:endParaRPr lang="en-US" sz="2000" dirty="0"/>
          </a:p>
          <a:p>
            <a:pPr marL="228600" indent="-228600">
              <a:lnSpc>
                <a:spcPct val="2000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Example: request all resources at once.</a:t>
            </a:r>
            <a:endParaRPr lang="en-US" sz="2000" dirty="0"/>
          </a:p>
          <a:p>
            <a:pPr marL="228600" indent="-228600">
              <a:lnSpc>
                <a:spcPct val="2000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Allow resource preemption where possible.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Deadlock Avoidance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413782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20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System examines requests before allocation.</a:t>
            </a:r>
            <a:endParaRPr lang="en-US" sz="1800" dirty="0"/>
          </a:p>
          <a:p>
            <a:pPr marL="228600" indent="-228600">
              <a:lnSpc>
                <a:spcPct val="20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Uses safe-state concept.</a:t>
            </a:r>
            <a:endParaRPr lang="en-US" sz="1800" dirty="0"/>
          </a:p>
          <a:p>
            <a:pPr marL="228600" indent="-228600">
              <a:lnSpc>
                <a:spcPct val="20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Banker's Algorithm is a popular method.</a:t>
            </a:r>
            <a:endParaRPr lang="en-US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1664AF-B039-E135-E5AA-D3506BABD47F}"/>
              </a:ext>
            </a:extLst>
          </p:cNvPr>
          <p:cNvSpPr txBox="1"/>
          <p:nvPr/>
        </p:nvSpPr>
        <p:spPr>
          <a:xfrm>
            <a:off x="3423920" y="3156982"/>
            <a:ext cx="82296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800" b="1" i="0" dirty="0">
                <a:effectLst/>
                <a:latin typeface="+mn-lt"/>
              </a:rPr>
              <a:t>Banker's Algorithm</a:t>
            </a:r>
            <a:r>
              <a:rPr lang="en-IN" sz="1800" b="0" i="0" dirty="0">
                <a:effectLst/>
                <a:latin typeface="+mn-lt"/>
              </a:rPr>
              <a:t> is a deadlock avoidance algorithm that checks whether allocating a requested resource will keep the system in a </a:t>
            </a:r>
            <a:r>
              <a:rPr lang="en-IN" sz="1800" b="1" i="0" dirty="0">
                <a:effectLst/>
                <a:latin typeface="+mn-lt"/>
              </a:rPr>
              <a:t>safe state</a:t>
            </a:r>
            <a:r>
              <a:rPr lang="en-IN" sz="1800" b="0" i="0" dirty="0">
                <a:effectLst/>
                <a:latin typeface="+mn-lt"/>
              </a:rPr>
              <a:t>.</a:t>
            </a:r>
          </a:p>
          <a:p>
            <a:pPr marL="285750" indent="-285750" fontAlgn="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800" b="0" i="0" dirty="0">
                <a:effectLst/>
                <a:latin typeface="+mn-lt"/>
              </a:rPr>
              <a:t>It grants a resource request only if all processes can still complete in some safe sequence.</a:t>
            </a:r>
          </a:p>
          <a:p>
            <a:pPr marL="285750" indent="-285750" fontAlgn="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800" b="0" i="0" dirty="0">
                <a:effectLst/>
                <a:latin typeface="+mn-lt"/>
              </a:rPr>
              <a:t>If the request leads to an unsafe state, the process must wait until resources become available.</a:t>
            </a:r>
            <a:endParaRPr lang="en-IN" sz="1800" b="0" i="0" dirty="0">
              <a:effectLst/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Detection and Recovery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82880" y="1005840"/>
            <a:ext cx="4114800" cy="46405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20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Periodically detect cycles in resource-allocation graph.</a:t>
            </a:r>
            <a:endParaRPr lang="en-US" sz="1800" dirty="0"/>
          </a:p>
          <a:p>
            <a:pPr marL="228600" indent="-228600">
              <a:lnSpc>
                <a:spcPct val="20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Terminate processes or preempt resources.</a:t>
            </a:r>
            <a:endParaRPr lang="en-US" sz="1800" dirty="0"/>
          </a:p>
          <a:p>
            <a:pPr marL="228600" indent="-228600">
              <a:lnSpc>
                <a:spcPct val="20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Rollback affected processes if supported.</a:t>
            </a:r>
            <a:endParaRPr lang="en-US" sz="1800" dirty="0"/>
          </a:p>
        </p:txBody>
      </p:sp>
      <p:pic>
        <p:nvPicPr>
          <p:cNvPr id="4" name="Picture 3" descr="PPT - Understanding Deadlock: Definition, Conditions, and Solutions ...">
            <a:extLst>
              <a:ext uri="{FF2B5EF4-FFF2-40B4-BE49-F238E27FC236}">
                <a16:creationId xmlns:a16="http://schemas.microsoft.com/office/drawing/2014/main" id="{7BFD407E-E58C-BF9D-0AF9-79FBE280CB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920" y="502920"/>
            <a:ext cx="6858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177</Words>
  <Application>Microsoft Office PowerPoint</Application>
  <PresentationFormat>Widescreen</PresentationFormat>
  <Paragraphs>37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Dr. Kiran Mayee Adavala</dc:creator>
  <cp:lastModifiedBy>Dr. Kiran Mayee Adavala</cp:lastModifiedBy>
  <cp:revision>3</cp:revision>
  <dcterms:created xsi:type="dcterms:W3CDTF">2026-09-03T11:11:43Z</dcterms:created>
  <dcterms:modified xsi:type="dcterms:W3CDTF">2026-09-07T04:39:22Z</dcterms:modified>
</cp:coreProperties>
</file>