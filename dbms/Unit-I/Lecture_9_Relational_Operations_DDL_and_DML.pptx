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4008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8B1E2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Operations, DDL and DML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and Manipulating Relational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Introduction to Database Systems and Data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of 9  •  Slide 1 of 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of 9  •  Slide 2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fundamental relational algebra operations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Select, Project, Union, and Set Difference conceptually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Join from Cartesian Product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basic DDL and DML SQL statements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of 9  •  Slide 3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 Operations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foundation behind SQL queries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(σ)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rows that satisfy a given condition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(π)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specific columns from a relation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(∪)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tuples from two union-compatible relations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Difference (−)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12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tuples in one relation but not another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738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50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50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50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Cartesian Product (×)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50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every tuple of one relation with every tuple of another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076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088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35" name="Text 33"/>
          <p:cNvSpPr/>
          <p:nvPr/>
        </p:nvSpPr>
        <p:spPr>
          <a:xfrm>
            <a:off x="83088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088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(ρ)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3088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Renames a relation or its attributes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of 9  •  Slide 4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&amp; Project — Worked Examples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STUDENT(Student_ID, Name, Branch, Semester)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66344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Semester = 7 (STUDENT)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tuples where Semester equals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Name, Branch (STUDENT)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Name and Branch columns, all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+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Name (σ Branch = 'CSE' (STUDENT))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of students only in the CSE branch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of 9  •  Slide 5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&amp; Cartesian Product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data from multiple relations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 (×):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every tuple of relation A with every tuple of relation B — result size = |A| × |B|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(⋈):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Cartesian product followed by a selection condition, combining related tuples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joins relations on their common attribute names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let queries pull related data from normalized, separate tables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of 9  •  Slide 6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Commands — Syntax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database structure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846320"/>
                <a:gridCol w="42976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Syntax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TABLE Student (ID INT, Name VARCHAR(50));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new 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Student ADD Email VARCHAR(100);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Adds/modifies a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TABLE Student;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the table and its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of 9  •  Slide 7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Commands — Syntax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stored data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02336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Syntax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Name FROM Student WHERE Semester=7;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Retrieves matching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 Student VALUES (101,'Aditi',7);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 new row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Student SET Semester=8 WHERE ID=101;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Modifies existing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FROM Student WHERE ID=101;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matching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of 9  •  Slide 8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Operations, DDL and DML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operations — Select, Project, Union, Difference, Product, Rename — underpin SQL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combines related tuples from two relations; Cartesian Product pairs every tuple with every other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commands (CREATE, ALTER, DROP) define database structure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commands (SELECT, INSERT, UPDATE, DELETE) manipulate stored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Write the relational algebra expression to select students in Semester 7.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is the key difference between a Join and a Cartesian Product?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Which command would you use to permanently delete a table's structure?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2026-07-13T23:34:29Z</dcterms:created>
  <dcterms:modified xsi:type="dcterms:W3CDTF">2026-07-13T23:34:29Z</dcterms:modified>
</cp:coreProperties>
</file>