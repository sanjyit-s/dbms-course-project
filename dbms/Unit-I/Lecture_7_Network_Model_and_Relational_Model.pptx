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-678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5ABA9-954B-4BB6-8656-7799C0698B3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870A4-42C8-409B-84F3-7B3E0E92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6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 and Relational Model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Comparison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1 of 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of the Network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the core structure of the Relational Model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models across key dimensions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advantages and disadvantages of each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Model: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alternative to the hierarchical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data as records connected through pointers, forming a graph structure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Owner-member sets: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type (owner) can be linked to multiple related record types (members)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supports many-to-many relationships, unlike the hierarchical model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Formalized by the CODASYL (Conference on Data Systems Languages) specification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 — Structure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linked by owner–member pointer sets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37760" y="1965960"/>
            <a:ext cx="2286000" cy="777240"/>
          </a:xfrm>
          <a:prstGeom prst="rect">
            <a:avLst/>
          </a:prstGeom>
          <a:solidFill>
            <a:srgbClr val="8B1E24"/>
          </a:solidFill>
          <a:ln w="19050">
            <a:solidFill>
              <a:srgbClr val="5C14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r>
              <a:rPr lang="en-US" sz="1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(Owner)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103120" cy="777240"/>
          </a:xfrm>
          <a:prstGeom prst="rect">
            <a:avLst/>
          </a:prstGeom>
          <a:solidFill>
            <a:srgbClr val="5C1418"/>
          </a:solidFill>
          <a:ln w="15875">
            <a:solidFill>
              <a:srgbClr val="231F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(Member)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>
            <a:off x="1691640" y="2743200"/>
            <a:ext cx="4389120" cy="109728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3840480"/>
            <a:ext cx="2103120" cy="777240"/>
          </a:xfrm>
          <a:prstGeom prst="rect">
            <a:avLst/>
          </a:prstGeom>
          <a:solidFill>
            <a:srgbClr val="5C1418"/>
          </a:solidFill>
          <a:ln w="15875">
            <a:solidFill>
              <a:srgbClr val="231F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(Member)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743200"/>
            <a:ext cx="0" cy="109728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0" y="3840480"/>
            <a:ext cx="2103120" cy="777240"/>
          </a:xfrm>
          <a:prstGeom prst="rect">
            <a:avLst/>
          </a:prstGeom>
          <a:solidFill>
            <a:srgbClr val="5C1418"/>
          </a:solidFill>
          <a:ln w="15875">
            <a:solidFill>
              <a:srgbClr val="231F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(Member)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743200"/>
            <a:ext cx="4389120" cy="109728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(owner record) points to sets of related EMPLOYEE, PROJECT, and EQUIPMENT records (members). A member can belong to multiple owner sets — enabling many-to-many relationships directly, unlike the strict hierarchy of the tree-based hierarchical model.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Model: Recap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the table-based approach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organized into relations (tables) of tuples (rows) and attributes (columns)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through foreign keys, not physical pointers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querying via SQL — users specify what they want, not how to get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data independence since access does not depend on physical navigation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 vs. Relational Model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28524"/>
              </p:ext>
            </p:extLst>
          </p:nvPr>
        </p:nvGraphicFramePr>
        <p:xfrm>
          <a:off x="640080" y="1874520"/>
          <a:ext cx="10881360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25196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linked via pointers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(relations) of rows/columns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Owner-member sets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references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approach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Navigational (procedural)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(SQL)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Many-to-many support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support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via junction tables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requires navigation logic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set-based querying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the two approaches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Efficient for complex, fixed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Supports M:N relationships natively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Complex navigational programming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Difficult to modify schema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Simple, intuitive table structure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Flexible, powerful SQL queries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Strong data independence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Can require more tables for complex M:N 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 and Relational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Model links records through owner-member pointer sets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organizes data into tables linked by foreign keys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querying is navigational; relational querying is declarative (SQL)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model's simplicity made it the industry standard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How does the Network Model represent relationships between records?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Name one advantage of the Relational Model over the Network Model.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standard formalized the Network Model?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581</Words>
  <Application>Microsoft Office PowerPoint</Application>
  <PresentationFormat>Custom</PresentationFormat>
  <Paragraphs>100</Paragraphs>
  <Slides>8</Slides>
  <Notes>8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3</cp:revision>
  <dcterms:created xsi:type="dcterms:W3CDTF">2026-07-13T23:34:29Z</dcterms:created>
  <dcterms:modified xsi:type="dcterms:W3CDTF">2026-07-22T09:42:47Z</dcterms:modified>
</cp:coreProperties>
</file>