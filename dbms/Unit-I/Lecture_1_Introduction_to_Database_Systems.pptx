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-120" y="-2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3816F4-4DC7-4994-8DD7-6B39A5C1452C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232089-248E-4CE5-AE42-391C4CBFEB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40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8B1E24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2103120" y="4389120"/>
            <a:ext cx="3840480" cy="3840480"/>
          </a:xfrm>
          <a:prstGeom prst="ellipse">
            <a:avLst/>
          </a:prstGeom>
          <a:solidFill>
            <a:srgbClr val="5C1418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64008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8B1E2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640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Database Systems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6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Purpose of Database Systems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WHALES                                                   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WOXSEN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of 9  •  Slide 1 of 8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of 9  •  Slide 2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</a:t>
            </a:r>
            <a:r>
              <a:rPr lang="en-US" sz="1250" i="1" dirty="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PANTHERS </a:t>
            </a: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be able to: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8448" y="1938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a Database Management System (DBMS) is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2688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real-world applications of database systems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8448" y="343814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file-based approach with the DBMS approach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2153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8448" y="418795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core purposes/goals a DBMS is designed to achieve</a:t>
            </a:r>
            <a:endParaRPr lang="en-US" sz="1500" dirty="0"/>
          </a:p>
        </p:txBody>
      </p:sp>
      <p:sp>
        <p:nvSpPr>
          <p:cNvPr id="20" name="Text 9"/>
          <p:cNvSpPr/>
          <p:nvPr/>
        </p:nvSpPr>
        <p:spPr>
          <a:xfrm>
            <a:off x="64008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WHALES                                                   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WOXSEN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of 9  •  Slide 3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Database Management System?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definitions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organized, structured collection of </a:t>
            </a:r>
            <a:r>
              <a:rPr lang="en-US" sz="1600" u="sng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stored electronically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DBMS:  </a:t>
            </a:r>
            <a:r>
              <a:rPr lang="en-US" sz="1600" u="sng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enables users to create, store, query, update, and manage databases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DBMS together with the data it manages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convenient and efficient way to store, retrieve, and manage information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64008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WHALES                                                   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WOXSEN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of 9  •  Slide 4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of Database Systems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is used across virtually every industry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transactions, and customer records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738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50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50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50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Airlines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50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Reservations, schedules, and ticketing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076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088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0" name="Text 18"/>
          <p:cNvSpPr/>
          <p:nvPr/>
        </p:nvSpPr>
        <p:spPr>
          <a:xfrm>
            <a:off x="83088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088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Universities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088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records, courses, grades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721608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12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1248" y="4398264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1248" y="4727448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records, billing, customer data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73880" y="3721608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50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50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5048" y="4398264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5048" y="4727448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catalogs, orders, inventory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07680" y="3721608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088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35" name="Text 33"/>
          <p:cNvSpPr/>
          <p:nvPr/>
        </p:nvSpPr>
        <p:spPr>
          <a:xfrm>
            <a:off x="83088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08848" y="4398264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Resources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308848" y="4727448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records, payroll, benefits</a:t>
            </a:r>
            <a:endParaRPr lang="en-US" sz="1200" dirty="0"/>
          </a:p>
        </p:txBody>
      </p:sp>
      <p:sp>
        <p:nvSpPr>
          <p:cNvPr id="38" name="Text 9"/>
          <p:cNvSpPr/>
          <p:nvPr/>
        </p:nvSpPr>
        <p:spPr>
          <a:xfrm>
            <a:off x="64008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WHALES                                                   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WOXSEN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of 9  •  Slide 5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of Database Systems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use plain files?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control:  </a:t>
            </a:r>
            <a:r>
              <a:rPr lang="en-US" sz="1600" u="sng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duplicate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of the same data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871216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4320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rules that keep data </a:t>
            </a:r>
            <a:r>
              <a:rPr lang="en-US" sz="1600" u="sng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600" u="sng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1600" u="sng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666744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access: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many users to safely access data at the same time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718304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590288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access through </a:t>
            </a:r>
            <a:r>
              <a:rPr lang="en-US" sz="1600" u="sng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600" u="sng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600" u="sng" dirty="0"/>
          </a:p>
        </p:txBody>
      </p:sp>
      <p:sp>
        <p:nvSpPr>
          <p:cNvPr id="16" name="Shape 14"/>
          <p:cNvSpPr/>
          <p:nvPr/>
        </p:nvSpPr>
        <p:spPr>
          <a:xfrm>
            <a:off x="640080" y="5641848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513832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 &amp; recovery: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transactions complete </a:t>
            </a:r>
            <a:r>
              <a:rPr lang="en-US" sz="1600" u="sng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or not at all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even after failures</a:t>
            </a:r>
            <a:endParaRPr lang="en-US" sz="1600" dirty="0"/>
          </a:p>
        </p:txBody>
      </p:sp>
      <p:sp>
        <p:nvSpPr>
          <p:cNvPr id="18" name="Text 9"/>
          <p:cNvSpPr/>
          <p:nvPr/>
        </p:nvSpPr>
        <p:spPr>
          <a:xfrm>
            <a:off x="64008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WHALES                                                   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WOXSEN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of 9  •  Slide 6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File-Based Systems vs. DBMS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shift in approach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File-Based System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5C1418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288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 Approach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578608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24505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scattered across separate files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data redundancy &amp; inconsistency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7124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584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concurrent access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279392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151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security or recovery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71830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Application-dependent data access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3640" y="2578608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3" name="Text 21"/>
          <p:cNvSpPr/>
          <p:nvPr/>
        </p:nvSpPr>
        <p:spPr>
          <a:xfrm>
            <a:off x="6519672" y="24505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Centralized, shared data repository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63640" y="3145536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5" name="Text 23"/>
          <p:cNvSpPr/>
          <p:nvPr/>
        </p:nvSpPr>
        <p:spPr>
          <a:xfrm>
            <a:off x="6519672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minimized via normalization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63640" y="37124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3584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concurrency control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63640" y="4279392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9" name="Text 27"/>
          <p:cNvSpPr/>
          <p:nvPr/>
        </p:nvSpPr>
        <p:spPr>
          <a:xfrm>
            <a:off x="6519672" y="4151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integrity, and recovery mechanisms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63640" y="4846320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1" name="Text 29"/>
          <p:cNvSpPr/>
          <p:nvPr/>
        </p:nvSpPr>
        <p:spPr>
          <a:xfrm>
            <a:off x="6519672" y="471830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independent of any single application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989320" y="1828800"/>
            <a:ext cx="0" cy="4206240"/>
          </a:xfrm>
          <a:prstGeom prst="line">
            <a:avLst/>
          </a:prstGeom>
          <a:noFill/>
          <a:ln w="15875">
            <a:solidFill>
              <a:srgbClr val="E9E5E0"/>
            </a:solidFill>
            <a:prstDash val="solid"/>
          </a:ln>
        </p:spPr>
      </p:sp>
      <p:sp>
        <p:nvSpPr>
          <p:cNvPr id="33" name="Text 9"/>
          <p:cNvSpPr/>
          <p:nvPr/>
        </p:nvSpPr>
        <p:spPr>
          <a:xfrm>
            <a:off x="64008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WHALES                                                   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WOXSEN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of 9  •  Slide 7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the DBMS Approach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 over traditional file processing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088042"/>
              </p:ext>
            </p:extLst>
          </p:nvPr>
        </p:nvGraphicFramePr>
        <p:xfrm>
          <a:off x="640080" y="1874520"/>
          <a:ext cx="10881360" cy="4114800"/>
        </p:xfrm>
        <a:graphic>
          <a:graphicData uri="http://schemas.openxmlformats.org/drawingml/2006/table">
            <a:tbl>
              <a:tblPr/>
              <a:tblGrid>
                <a:gridCol w="3200400"/>
                <a:gridCol w="7680960"/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u="sng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independence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 are shielded from changes in data storage structure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u="sng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data access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optimizers and indexing speed up retrieval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 redundancy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storage avoids duplicate 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integrity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 enforce accurate, consistent 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security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Fine-grained access control per user/role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9"/>
          <p:cNvSpPr/>
          <p:nvPr/>
        </p:nvSpPr>
        <p:spPr>
          <a:xfrm>
            <a:off x="792480" y="6370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WHALES                                                   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WOXSEN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of 9  •  Slide 8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Quick Check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Database Systems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3408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2128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DBMS is software for creating, storing, and managing structured data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218688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9981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are used across banking, airlines, retail, HR, and more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5078416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3707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overcomes redundancy, integrity, and concurrency problems of file systems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1986" y="407580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9377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purposes: integrity, security, concurrency, and recovery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5C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2514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Name three real-world applications of database systems.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34747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What is one key limitation of file-based data processing?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0" y="4434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List two purposes a DBMS is designed to serve.</a:t>
            </a:r>
            <a:endParaRPr lang="en-US" sz="1600" dirty="0"/>
          </a:p>
        </p:txBody>
      </p:sp>
      <p:sp>
        <p:nvSpPr>
          <p:cNvPr id="22" name="Text 9"/>
          <p:cNvSpPr/>
          <p:nvPr/>
        </p:nvSpPr>
        <p:spPr>
          <a:xfrm>
            <a:off x="64008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WHALES                                                   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WOXSEN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684</Words>
  <Application>Microsoft Office PowerPoint</Application>
  <PresentationFormat>Custom</PresentationFormat>
  <Paragraphs>117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Kiran Mayee</cp:lastModifiedBy>
  <cp:revision>9</cp:revision>
  <dcterms:created xsi:type="dcterms:W3CDTF">2026-07-13T23:34:28Z</dcterms:created>
  <dcterms:modified xsi:type="dcterms:W3CDTF">2026-08-02T12:09:16Z</dcterms:modified>
</cp:coreProperties>
</file>