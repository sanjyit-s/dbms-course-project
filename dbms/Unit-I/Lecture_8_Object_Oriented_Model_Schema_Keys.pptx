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-678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D75BB-2BF8-4A27-A269-6E4983850EC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2FFBE-78B5-4B00-8589-D83986194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61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Model, Schema &amp; Keys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with Objects and Identifying Records Uniquely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Introduction to Database Systems and Data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Slide 1 of 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Object-Oriented data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core OO concepts used in databases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 database schema from an instance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differentiate the four main types of keys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Model: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programming concepts to databases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data as objects, similar to object-oriented programming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unit combining data (attributes) and behavior (methods)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or template that defines the structure of similar objects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 such as multimedia, CAD, and engineering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OO Concepts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that shape the OO data 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data and the methods that operate on it into one unit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07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19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19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 class to acquire properties from a parent class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same operation behave differently for different object types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07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19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9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19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Identity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19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has a unique identity independent of its attribute values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vs. Instance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versus the data it holds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design/structure of the database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tables, attributes, and constraints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infrequently, usually during design/maintenance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a blueprint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data stored at a specific moment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real records currently in the tables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constantly as data is added/updated/deleted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a snapshot in time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Keys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identifying records in a relation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set of attributes that uniquely identifies a tuple (may contain extra attributes)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super key — no attribute can be removed without losing uniqueness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key chosen to uniquely identify tuples in the relation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that references the primary key of another (or the same) relation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in Action: STUDENT Table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types with an example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53573"/>
              </p:ext>
            </p:extLst>
          </p:nvPr>
        </p:nvGraphicFramePr>
        <p:xfrm>
          <a:off x="640080" y="1874520"/>
          <a:ext cx="10881360" cy="27432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3108960"/>
                <a:gridCol w="237744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Aadhaar_No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Dept_Code (FK)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 (PK)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1234-5678-9012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aditi@univ.edu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2345-6789-0123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rohan@univ.edu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3456-7890-1234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sneha@univ.edu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Model, Schema &amp; Keys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OO model represents data as objects combining attributes and behaviors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OO concepts: encapsulation, inheritance, polymorphism, object identity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the stable structure; instance is the data at a point in time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types: super, candidate, primary, and foreign key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distinguishes a candidate key from a super key?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Give an example of a foreign key in a real database.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Name one OO concept and briefly explain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566</Words>
  <Application>Microsoft Office PowerPoint</Application>
  <PresentationFormat>Custom</PresentationFormat>
  <Paragraphs>105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Mayee</cp:lastModifiedBy>
  <cp:revision>2</cp:revision>
  <dcterms:created xsi:type="dcterms:W3CDTF">2026-07-13T23:34:29Z</dcterms:created>
  <dcterms:modified xsi:type="dcterms:W3CDTF">2026-07-22T09:47:54Z</dcterms:modified>
</cp:coreProperties>
</file>