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/ SQL:1999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Object-Relational Idea in SQL3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(SQL:1999) extended the </a:t>
            </a:r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relational model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concepts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giving tables the ability to store complex, structured, and reusable types instead of only atomic values.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NEEDED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73552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relational tables require atomic (1NF) values — awkward for CAD, GIS, multimedia, and engineering data with nested or repeating structure. The object-relational model keeps SQL's declarative querying while adding OOP-style modeling.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329184" cy="329184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914400" y="42885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Types (UDTs)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Structured types with attributes and methods, like a class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782312"/>
            <a:ext cx="329184" cy="329184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82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14400" y="47274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Subtypes extend a supertype's attributes and behaviour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221224"/>
            <a:ext cx="329184" cy="329184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221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Types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ARRAY, MULTISET, ROW store multi-valued data in one column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660136"/>
            <a:ext cx="329184" cy="329184"/>
          </a:xfrm>
          <a:prstGeom prst="ellipse">
            <a:avLst/>
          </a:prstGeom>
          <a:solidFill>
            <a:srgbClr val="6D1B2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660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8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14400" y="56052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Identity &amp; REF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Row types can be referenced like a pointer, via REF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D48A"/>
            </a:solidFill>
            <a:prstDash val="solid"/>
          </a:ln>
          <a:effectLst>
            <a:outerShdw sx="100000" sy="100000" kx="0" ky="0" algn="bl" rotWithShape="0" blurRad="127000" dist="38100" dir="5400000">
              <a:srgbClr val="6D1B2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vs OBJECT-RELATIONAL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5320" y="2148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SQL-92 (Relational)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66960" y="2148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(Object-Relational)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20840" y="2459736"/>
            <a:ext cx="4754880" cy="566928"/>
          </a:xfrm>
          <a:prstGeom prst="rect">
            <a:avLst/>
          </a:prstGeom>
          <a:solidFill>
            <a:srgbClr val="F5EFE4"/>
          </a:solidFill>
          <a:ln/>
        </p:spPr>
      </p:sp>
      <p:sp>
        <p:nvSpPr>
          <p:cNvPr id="26" name="Text 24"/>
          <p:cNvSpPr/>
          <p:nvPr/>
        </p:nvSpPr>
        <p:spPr>
          <a:xfrm>
            <a:off x="6784848" y="25146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25146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only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66960" y="2514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+ structured (UDT, ARRAY)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3063240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84848" y="3118104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311810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tables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66960" y="31181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with attributes &amp; methods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3666744"/>
            <a:ext cx="4754880" cy="566928"/>
          </a:xfrm>
          <a:prstGeom prst="rect">
            <a:avLst/>
          </a:prstGeom>
          <a:solidFill>
            <a:srgbClr val="F5EFE4"/>
          </a:solidFill>
          <a:ln/>
        </p:spPr>
      </p:sp>
      <p:sp>
        <p:nvSpPr>
          <p:cNvPr id="34" name="Text 32"/>
          <p:cNvSpPr/>
          <p:nvPr/>
        </p:nvSpPr>
        <p:spPr>
          <a:xfrm>
            <a:off x="6784848" y="372160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372160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only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66960" y="3721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+ REF / object identity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20840" y="4270248"/>
            <a:ext cx="47548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84848" y="432511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75320" y="43251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966960" y="4325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6D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between types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20840" y="4892040"/>
            <a:ext cx="4754880" cy="0"/>
          </a:xfrm>
          <a:prstGeom prst="line">
            <a:avLst/>
          </a:prstGeom>
          <a:noFill/>
          <a:ln w="12700">
            <a:solidFill>
              <a:srgbClr val="E8D4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5029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is described as “object-relational” — not purely object-oriented — because it layers objects on top of tables and keeps SQL as the query language.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SQL3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D4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4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/ SQL:1999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Object-Relational Constructs in Practice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let a table hold structured, reusable, and linked objects instead of only flat scalar columns.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04288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1488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user-defined type (UDT)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225856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0" y="225856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7840" y="225856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551176"/>
            <a:ext cx="49926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AddressType AS (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street  VARCHAR(50),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   VARCHAR(30),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pincode VARCHAR(6)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INT PRIMARY KEY,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VARCHAR(50),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 AddressType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251960"/>
            <a:ext cx="539496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407408"/>
            <a:ext cx="539496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5196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collection type (ARRAY)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436168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436168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436168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54296"/>
            <a:ext cx="49926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INT PRIMARY KEY,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VARCHAR(50),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phones   VARCHAR(15) ARRAY[3]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 VALUES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 'Ravi',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ARRAY['9990001','9990002']);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14884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214884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230428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21488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inheritance (subtype)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109960" y="225856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92840" y="225856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75720" y="225856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368" y="2551176"/>
            <a:ext cx="51755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PersonType AS (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 age INT)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FINAL;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StudentType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UNDER PersonType AS (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roll_no  INT,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     VARCHAR(30)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StudentType inherits name, 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425196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241014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4251960"/>
            <a:ext cx="5577840" cy="310896"/>
          </a:xfrm>
          <a:prstGeom prst="roundRect">
            <a:avLst>
              <a:gd name="adj" fmla="val 23529"/>
            </a:avLst>
          </a:prstGeom>
          <a:solidFill>
            <a:srgbClr val="4A1220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2200" y="4407408"/>
            <a:ext cx="5577840" cy="155448"/>
          </a:xfrm>
          <a:prstGeom prst="rect">
            <a:avLst/>
          </a:prstGeom>
          <a:solidFill>
            <a:srgbClr val="4A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6336792" y="425196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— object identity (REF)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1109960" y="4361688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0" y="4361688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75720" y="4361688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4654296"/>
            <a:ext cx="51755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Department OF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DeptType (REF IS dept_id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 GENERATED);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roll_no  INT PRIMARY KEY,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dept     REF(DeptType)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SCOPE Department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4E9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dept behaves like an object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8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pointer, not just a foreign key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SQL3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2026-08-02T12:24:07Z</dcterms:created>
  <dcterms:modified xsi:type="dcterms:W3CDTF">2026-08-02T12:24:07Z</dcterms:modified>
</cp:coreProperties>
</file>