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SQL3, Commercial RDBMS Platforms &amp; Storage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 — in-depth topic coverage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 &amp; Sudarshan — Database System Concepts; Ullman &amp; Widom — Database Systems: The Complete Book; Elmasri &amp; Navathe — Fundamentals of Database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Oracle Database?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0248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Oracle Architecture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0416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Features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Oracle Data Types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0248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PL/SQL Overview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0416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Editions &amp; Use Cases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Oracle Database and its position in the enterprise RDBMS market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core components of Oracle's architecture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Oracle's key enterprise features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basic structure of a PL/SQL block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Oracle's editions and typical industry use cases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Oracle Database?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enterprise RDBMS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commercial, multi-model relational database management system developed by Oracle Corporation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 in 1979 — among the earliest commercially available SQL-based RDBMSs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reliability, and a rich set of enterprise-grade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extension: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PL/SQL, Oracle's own procedural language built on top of SQL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of an Oracle instance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structures and background processes that operate on a 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Global Area — shared memory including buffer cache and shared pool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Global Area — private memory allocated per server process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Processes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12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DBWn, LGWR, SMON, PMON, and others manage core database operations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73880" y="3721608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50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50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5048" y="4398264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Tablespaces &amp; Datafiles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5048" y="4727448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structures that store the actual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Oracle Database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capabilities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 language combining SQL with loops, conditionals, and error handling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4320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RAC: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 Clusters — multiple instances share one database for high availability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66744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large tables/indexes into pieces for performance and easier management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59028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Flashback Technology: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viewing or recovering data as it existed at a past point in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41848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13832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Manager — Oracle's built-in backup and recovery utility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 Types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26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Variable-precision numeric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VARCHAR2, CHAR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Variable-length and fixed-length character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TIMESTAMP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dates and high-precision timestamps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CLOB, BLOB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character or binary data (e.g., documents, images)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Oracle's procedural extension to SQL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structure: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(optional) → BEGIN → EXCEPTION (optional) → 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4320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variables, loops (FOR, WHILE), and conditional (IF) logic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66744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row-by-row processing of query result sets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59028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procedures, functions, and packages encapsulate business logic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41848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13832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EXCEPTION block manages runtime errors gracefully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Block — Example Syntax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simple PL/SQL block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2125980"/>
          </a:xfrm>
          <a:prstGeom prst="roundRect">
            <a:avLst>
              <a:gd name="adj" fmla="val 3011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237744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Block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1947672"/>
            <a:ext cx="466344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DBMS_OUTPUT.PUT_LINE('Hello, Oracle!');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1947672"/>
            <a:ext cx="3108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executable PL/SQL block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137660"/>
            <a:ext cx="10881360" cy="2125980"/>
          </a:xfrm>
          <a:prstGeom prst="roundRect">
            <a:avLst>
              <a:gd name="adj" fmla="val 3011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10812"/>
            <a:ext cx="237744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 Loop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4210812"/>
            <a:ext cx="466344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rec IN (SELECT Name FROM Employee) LOOP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DBMS_OUTPUT.PUT_LINE(rec.Name);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LOOP;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4210812"/>
            <a:ext cx="3108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cursor iterating over a query result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Editions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edition for the workload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Edition 2 (SE2)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Edition (EE)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database features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smaller server/CPU configurations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RAC, partitioning, or advanced options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licensing cost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 including RAC and partitioning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and high-availability options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large, mission-critical workloads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licensing cost, add-on options available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10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is a long-established, enterprise-grade commercial RDBMS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architecture centers on an instance (SGA + PGA + background processes) and tablespaces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adds procedural programming capability directly on top of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offers Standard and Enterprise editions suited to different workload scales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difference between the SGA and the PGA in Oracle's architecture?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Name one feature available only in Oracle Enterprise Edition.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RMAN stand for, and what is it used for?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2026-07-29T23:45:00Z</dcterms:created>
  <dcterms:modified xsi:type="dcterms:W3CDTF">2026-07-29T23:45:00Z</dcterms:modified>
</cp:coreProperties>
</file>