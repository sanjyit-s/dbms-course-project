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8B1E2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Db2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SQL3, Commercial RDBMS Platforms &amp; Storage Systems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200400"/>
            <a:ext cx="219456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015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slides — in-depth topic coverage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096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Kiran Mayee Adavala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444398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Korth &amp; Sudarshan — Database System Concepts; Ullman &amp; Widom — Database Systems: The Complete Book; Elmasri &amp; Navathe — Fundamentals of Database Systems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IBM Db2?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70248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Db2 for z/OS vs. Db2 for LUW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00416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Db2 Architecture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Key Features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70248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Db2 Data Types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00416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Db2 vs. Oracle vs. MySQL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2 of 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topic,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IBM Db2 and its historical significance in the RDBMS market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mainframe (z/OS) and distributed (LUW) variants of Db2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core components of Db2's architecture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Db2's key differentiating features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49377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Db2 with Oracle and MySQL across key dimensions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3 of 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IBM Db2?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pioneering relational database family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of relational database management products developed by IBM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back to IBM's System R research project; commercially released in 1983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strong in high-volume transaction processing and mainframe environments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support: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standard SQL along with strong native XML and JSON capabilities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4 of 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for z/OS vs. Db2 for LUW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platform-specific variants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for z/OS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5C141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for LUW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IBM mainframe hardware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extremely high-volume transactions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banking, airlines, insurance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integrated with mainframe subsystems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Linux, UNIX, and Windows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for general enterprise applications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deploy on-premises or in the cloud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common outside mainframe environments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89320" y="1828800"/>
            <a:ext cx="0" cy="4206240"/>
          </a:xfrm>
          <a:prstGeom prst="line">
            <a:avLst/>
          </a:prstGeom>
          <a:noFill/>
          <a:ln w="15875">
            <a:solidFill>
              <a:srgbClr val="E9E5E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5 of 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structural components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database manager environment containing one or more databases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40780" y="1874520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19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419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19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1948" y="2880360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related objects — tables, indexes, and views — within an instance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721608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4398264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Pool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4727448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area that caches frequently accessed data pages, reducing disk I/O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40780" y="3721608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19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419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1948" y="4398264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Space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41948" y="4727448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storage layer mapping database objects to physical storage containers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6 of 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of Db2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Db2 apart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pureScale: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technology delivering near-continuous availability and horizontal scalability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 Acceleration: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In-memory, columnar storage technology built for fast analytic queries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compression: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storage footprint significantly through data compression techniques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Self-tuning memory management and automated routine maintenance tasks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7 of 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Data Types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1264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INTEGER, DECIMAL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 and exact fixed-point numbers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VARCHAR, CHAR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Variable-length and fixed-length character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Date/Time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TIMESTAMP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dates and precise timestamps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Objects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CLOB, BLOB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character or binary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8 of 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vs. Oracle vs. MySQL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side-by-side comparison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2834640"/>
                <a:gridCol w="30175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Db2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Corporation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Corporation (open-source)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strength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Mainframe transaction 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scalability, PL/SQL ecosystem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apps, open-source flexibility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 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PL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PL/SQL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procedures (SQL/PSM subset)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(GPL) + commercial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9 of 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traces back to the pioneering System R research and remains strong in transaction processing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for z/OS targets mainframes; Db2 for LUW targets distributed Linux/UNIX/Windows systems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pureScale and BLU Acceleration are key differentiators for availability and analytics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Db2, Oracle, and MySQL differ in vendor, procedural language, and licensing model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is the key difference between Db2 for z/OS and Db2 for LUW?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does Db2's BLU Acceleration technology optimize for?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Name one licensing difference between Db2/Oracle and MySQL.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2026-07-29T23:45:00Z</dcterms:created>
  <dcterms:modified xsi:type="dcterms:W3CDTF">2026-07-29T23:45:00Z</dcterms:modified>
</cp:coreProperties>
</file>