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8B1E2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SQL3 — DDL &amp; DML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SQL3, Commercial RDBMS Platforms &amp; Storage Systems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200400"/>
            <a:ext cx="219456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015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slides — in-depth topic coverage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096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Kiran Mayee Adavala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444398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Korth &amp; Sudarshan — Database System Concepts; Ullman &amp; Widom — Database Systems: The Complete Book; Elmasri &amp; Navathe — Fundamentals of Database Systems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SQL3 (SQL:1999)?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70248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Evolution of SQL Standards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900416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Definition Language (DDL)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Integrity Constraints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70248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 Manipulation Language (DML)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00416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SQL3's New Features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2 of 13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topic,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SQL3 (the SQL:1999 standard) added to earlier SQL standards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core DDL commands to define and modify database structure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key integrity constraints when defining tables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core DML commands to query and manipulate stored data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8448" y="49377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SQL3's major new features, including recursive queries and triggers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3 of 13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SQL3?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SQL:1999 standard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informal/common name for the SQL:1999 standard, a major revision of the SQL language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mattered: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SQL from a purely relational language toward an object-relational one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compatible: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top of SQL-92, adding new capabilities without removing existing ones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jointly by ANSI and ISO/IEC as ISO/IEC 9075:1999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4 of 13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SQL Standards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SQL-86 to modern SQL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70408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Additions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SQL-86 (SQL1)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ANSI standard for 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SQL-89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revision; referential integrity 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SQL-92 (SQL2)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Joins, outer joins, CASE expressions, dynamic 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SQL:1999 (SQL3)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Object-relational features, recursive queries, triggers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SQL:2003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support, window functions, sequences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SQL:2011 / 2016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 / 2016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(versioned) tables; JSON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5 of 13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Definition Language (DDL)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and modifying database structure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statements define, modify, and remove the structure of database objects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Auto-commit: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RDBMSs, DDL statements commit implicitly and cannot be rolled back like DML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tables, views, indexes, schemas, and other database objects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commands: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ALTER, DROP, TRUNCATE, and RENAME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6 of 13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DDL Commands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at a glance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394960"/>
                <a:gridCol w="384048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Syntax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TABLE Course (Course_ID CHAR(6) PRIMARY KEY, Title VARCHAR(50));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new table or object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Course ADD Credits INT;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Modifies an existing object's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TABLE Course;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Permanently removes an object and its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 TABLE Course;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all rows quickly, keeps the table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 TABLE Course TO Courses;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Renames an existing database object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7 of 13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Integrity Constraints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 through DDL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row; cannot contain NULL values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38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50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0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50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50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the primary key of another table, enforcing referential integrity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88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3088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88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all values in a column are distinct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12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values to those satisfying a specified condition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738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50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50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50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NULL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50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Disallows missing (NULL) values for a column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076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088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35" name="Text 33"/>
          <p:cNvSpPr/>
          <p:nvPr/>
        </p:nvSpPr>
        <p:spPr>
          <a:xfrm>
            <a:off x="83088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088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3088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an automatic value when none is specified on insert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8 of 13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Manipulation Language (DML)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and modifying stored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statements retrieve, insert, update, and delete data within existing structures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changes can typically be committed or rolled back within a transaction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Most-used statement: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is by far the most frequently issued DML statement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commands: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UPDATE, DELETE, and MERGE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9 of 13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DML Commands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at a glance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760720"/>
                <a:gridCol w="34747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Syntax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Title FROM Course WHERE Credits &gt; 3;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Retrieves matching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INTO Course VALUES ('CS301','Databases',4);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 new row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Course SET Credits = 3 WHERE Course_ID='CS301';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Modifies existing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FROM Course WHERE Course_ID = 'CS301';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matching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INTO Course USING New_Data ON (...) WHEN MATCHED...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Inserts or updates depending on a match (‘upsert’)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10 of 13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SQL3's New Features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SQL:1999 a major revision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Object-Relational Features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types (UDTs) and type inheritance, blending relational and object concepts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38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50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0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50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Queries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50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RECURSIVE common table expressions for hierarchical/graph-like data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88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3088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88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CREATE TRIGGER syntax to fire automatic actions on DML events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Objects (LOBs)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12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and CLOB types for storing large binary or character data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738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50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50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50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SQL/PSM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50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Stored Modules — standardized stored procedures and functions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11 of 13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Query Example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all subordinates of a manager using WITH RECURSIVE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881360" cy="4389120"/>
          </a:xfrm>
          <a:prstGeom prst="roundRect">
            <a:avLst>
              <a:gd name="adj" fmla="val 1458"/>
            </a:avLst>
          </a:prstGeom>
          <a:solidFill>
            <a:srgbClr val="F3EEE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47672"/>
            <a:ext cx="2377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CTE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37560" y="1947672"/>
            <a:ext cx="4663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RECURSIVE Subordinates AS (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Employee_ID, Manager_ID FROM Employee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Employee_ID = 100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UNION ALL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e.Employee_ID, e.Manager_ID FROM Employee 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Subordinates s ON e.Manager_ID = s.Employee_ID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Subordinates;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38160" y="1947672"/>
            <a:ext cx="31089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+ recursive case joined with UNION ALL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12 of 13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DDL + DML Together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using a DEPARTMENT table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126480"/>
                <a:gridCol w="384048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TABLE Department (Dept_ID CHAR(4) PRIMARY KEY, Name VARCHAR(40));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table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 Department ADD Budget DECIMAL(12,2);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new 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INTO Department VALUES ('CS01','Computer Science',5000000);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 row of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Department SET Budget = Budget * 1.1 WHERE Dept_ID='CS01';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existing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* FROM Department WHERE Budget &gt; 4000000;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the updated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13 of 13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 — DDL &amp; DML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 (SQL:1999) added object-relational features, recursive queries, and triggers to SQL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(CREATE, ALTER, DROP, TRUNCATE) defines and modifies database structure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(PK, FK, UNIQUE, CHECK, NOT NULL, DEFAULT) enforce data correctness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(SELECT, INSERT, UPDATE, DELETE, MERGE) retrieves and manipulates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major capability did SQL3 add that earlier SQL standards lacked?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Which DDL command would you use to permanently remove a table?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does the MERGE statement allow you to do in a single statement?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2026-07-29T23:45:00Z</dcterms:created>
  <dcterms:modified xsi:type="dcterms:W3CDTF">2026-07-29T23:45:00Z</dcterms:modified>
</cp:coreProperties>
</file>