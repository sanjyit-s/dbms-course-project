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120" y="-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71456-12B6-4C70-8805-3651B5A3C15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58E52-72BC-477E-95DE-BE854175C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96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Calculus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Query Languages and Database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8862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 — in-depth topic coverage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Relational Calculus?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5486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Algebra vs. Calculus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8338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Tuple Relational Calculus (TRC)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0" y="58338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TRC Worked Examples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1813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Domain Relational Calculus (DRC)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0" y="61813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DRC Worked Examples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Quantifiers: Existential &amp; Universal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0" y="6528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Safety of Expressions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8762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Expressive Power &amp; Equivalence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relational calculus and contrast it with relational algebra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interpret Tuple Relational Calculus (TRC) expressions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interpret Domain Relational Calculus (DRC) expressions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existential and universal quantifiers correctly in calculus expressions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safety of expressions and the equivalence between calculus and algebra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Calculus?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declarative, non-procedural query language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query language that describes WHAT data is wanted, without specifying HOW to retrieve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mathematical predicate logic — queries are logical formulas that returned tuples must satisfy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(TRC) and Domain Relational Calculus (DRC)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significance: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formal basis for the expressive power of languages like SQL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vs. Relational Calculus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equivalent but different styles of querying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Calculus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— specifies the sequence of operations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= a step-by-step expression tree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σ, π, ∪, −, ×, ⋈, etc.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how a query is actually executed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specifies only the desired result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= a logical predicate/formula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variables, quantifiers, and conditions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how a user thinks about the question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Relational Calculus (TRC) — Notation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expressed in terms of tuple variables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19476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 | P(t) 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19476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tuples t such that predicate P(t) is true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5643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345643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t.Student_ID, t.Name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345643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attribute A of tuple variable 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6519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∈ 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496519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∈ STUDENT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96519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ranges over tuples of relation R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— Worked Examples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STUDENT(Student_ID, Name, Branch, Semester)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75243"/>
              </p:ext>
            </p:extLst>
          </p:nvPr>
        </p:nvGraphicFramePr>
        <p:xfrm>
          <a:off x="640080" y="1874520"/>
          <a:ext cx="10881360" cy="2743200"/>
        </p:xfrm>
        <a:graphic>
          <a:graphicData uri="http://schemas.openxmlformats.org/drawingml/2006/table">
            <a:tbl>
              <a:tblPr/>
              <a:tblGrid>
                <a:gridCol w="5212080"/>
                <a:gridCol w="566928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Query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TRC Expression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all students in Semester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t | t ∈ STUDENT ∧ t.Semester = 7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names of CSE students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t.Name | t ∈ STUDENT ∧ t.Branch = 'CSE'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students NOT in Semester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t | t ∈ STUDENT ∧ ¬(t.Semester = 7)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Relational Calculus (DRC) — Notation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expressed in terms of domain (attribute-value) variables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19476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&lt;x1, x2, ..., xn&gt; | P(x1, x2, ..., xn) 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19476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xi is a domain variable bound to one attribute 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5643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45643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&lt;x1, x2, x3, x4&gt; ∈ 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345643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tuple of values must belong to relation STUDENT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3EEE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6519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496519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&lt;name&gt; | ... 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96519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variables listed before | appear in the result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— Worked Examples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STUDENT(id, name, branch, semester)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639138"/>
              </p:ext>
            </p:extLst>
          </p:nvPr>
        </p:nvGraphicFramePr>
        <p:xfrm>
          <a:off x="640080" y="1874520"/>
          <a:ext cx="10881360" cy="2057400"/>
        </p:xfrm>
        <a:graphic>
          <a:graphicData uri="http://schemas.openxmlformats.org/drawingml/2006/table">
            <a:tbl>
              <a:tblPr/>
              <a:tblGrid>
                <a:gridCol w="5212080"/>
                <a:gridCol w="566928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Query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 Expression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all students in Semester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&lt;i,n,b,s&gt; | &lt;i,n,b,s&gt; ∈ STUDENT ∧ s = 7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names of CSE students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&lt;n&gt; | ∃ i,b,s (&lt;i,n,b,s&gt; ∈ STUDENT ∧ b = 'CSE')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variables that are not part of the result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Existential (∃)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exists” — true if at least one value makes the condition true, e.g. ∃ t ∈ ENROLLS (...)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(∀)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all” — true only if the condition holds for every possible value, e.g. ∀ c ∈ COURSE (...)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Quantifiers in Practice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∃ and ∀ correctly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bound variables: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bound when governed by ∃ or ∀; otherwise it is free and must appear before the ‘|’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 all' queries: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quantification expresses queries like ‘students enrolled in every course’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Morgan’s equivalence: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x P(x) is equivalent to ¬ ∃ x ¬ P(x) — useful for rewriting universal as existential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bind a variable leaves its scope ambiguous, which can make an expression unsafe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11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of Expressions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every syntactically valid formula is usable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calculus expression can define an infinite result (e.g., all tuples for which a condition is NOT true, over an infinite domain)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expression: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whose result is guaranteed to be a finite set of tuples, drawn only from the active domain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domain: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values that actually appear in the database or explicitly in the query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safe expressions are allowed to be evaluated; unsafe ones are rejected by the query processor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12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Expressive Power &amp; Equivalence with Algebra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languages, the same expressive power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Codd's theorem: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relational calculus and relational algebra have exactly the same expressive power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Relationally complete: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is called relationally complete if it can express every query expressible in relational algebra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relationally complete — it draws on the declarative style of calculus and the operational style of algebra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matter: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describes HOW to compute results (useful for optimization); calculus describes WHAT is wanted (useful for query specification)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13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vs. DRC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 of relational calculus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Relational Calculus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Relational Calculus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range over whole tuples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t.A to access an attribute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how SQL's SELECT...WHERE reads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SQL-style query formulation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range over single attribute values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one variable per attribute/domain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how QBE (Query-by-Example) works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explicit, but often more verbose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14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—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is declarative: it specifies what is wanted, not how to get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uses tuple variables (t.A); DRC uses domain variables (one per attribute)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(∃) and universal (∀) quantifiers bind variables not in the result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expressions yield finite results; Codd's theorem shows calculus and algebra are equally expressive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Write a TRC expression for 'students not enrolled in any course'.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makes a relational calculus expression 'unsafe'?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State Codd's theorem in one sentence.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1262</Words>
  <Application>Microsoft Office PowerPoint</Application>
  <PresentationFormat>Custom</PresentationFormat>
  <Paragraphs>175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3</cp:revision>
  <dcterms:created xsi:type="dcterms:W3CDTF">2026-07-27T00:53:37Z</dcterms:created>
  <dcterms:modified xsi:type="dcterms:W3CDTF">2026-07-30T03:23:24Z</dcterms:modified>
</cp:coreProperties>
</file>