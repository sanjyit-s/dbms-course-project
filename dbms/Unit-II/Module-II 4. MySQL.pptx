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8B1E2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SQL3, Commercial RDBMS Platforms &amp; Storage Systems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219456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— in-depth topic coverage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Kiran Mayee Adavala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444398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 &amp; Sudarshan — Database System Concepts; Ullman &amp; Widom — Database Systems: The Complete Book; Elmasri &amp; Navathe — Fundamentals of Database Systems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MySQL?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70248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MySQL Architecture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00416" y="5029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Storage Engines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Key Features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0248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Data Types &amp; Common Commands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0416" y="5303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Editions &amp; Use Cases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2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topic,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MySQL is and its role in the open-source database ecosystem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layered architecture of MySQL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MySQL's major storage engines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MySQL's key features and common data types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4937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MySQL Community from Enterprise edition and typical use cases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3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MySQL?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widely used open-source RDBMS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relational database management system using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 in 1995; acquired by Sun Microsystems in 2008, then by Oracle Corporation in 2010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stack: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'M' in LAMP (Linux, Apache, MySQL, PHP/Python/Perl) — a foundation of the early web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Dual-licensed: free under GPL (Community Edition) or commercial (Enterprise Edition)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4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client connections, authentication, and thread 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(Logical) Layer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queries, applies the optimizer, and manages the query cache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Engine Layer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engines that physically store and retrieve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5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Storage Engines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MySQL's pluggable storage 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InnoDB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engine since MySQL 5.5; supports ACID transactions, row-level locking, and foreign keys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40780" y="1874520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1948" y="2551176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MyISAM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1948" y="2880360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engine; fast reads, table-level locking, no transaction support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table data in RAM for very fast, temporary/session-based access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0780" y="3721608"/>
            <a:ext cx="52806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904488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1948" y="4398264"/>
            <a:ext cx="4878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1948" y="4727448"/>
            <a:ext cx="4878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compact storage of large volumes of infrequently accessed data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6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MySQL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remains a top choice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ACID-compliant when used with the InnoDB storage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master-slave and master-master replication for scalability and availability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very large tables into manageable, faster-to-query pieces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tooling support: MySQL Workbench, phpMyAdmin, and broad hosting availability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7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MySQL Data Types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6126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INT, DECIMAL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 and exact fixed-point numbers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VARCHAR,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Variable-length text; TEXT for larger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DATETIME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dates and combined date-time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TINYINT(1)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represents boolean values as a small integer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column restricted to a predefined list of string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8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Used MySQL Commands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at the console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DATABASES;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all databases on the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DATABASE University;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new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University;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database for subsequent commands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TABLES;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all tables in the current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Student;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column structure of a 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9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Community vs. Enterprise Edition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edition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Edition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Edition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 under GPL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support and forums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all core database features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learning, small/medium projects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commercial subscription from Oracle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technical support and SLAs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backup, monitoring, and security tools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for large-scale, mission-critical use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82712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II  •  Slide 10 of 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a widely used open-source RDBMS, now owned by Oracle Corporation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architecture separates connection handling, SQL processing, and pluggable storage engines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is the default, transaction-safe storage engine; MyISAM and others serve niche needs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offered as a free Community edition and a paid Enterprise edition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MySQL storage engine supports ACID transactions by default?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the 'M' stand for in the LAMP stack?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one difference between MySQL Community and Enterprise editions.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2026-07-29T23:45:00Z</dcterms:created>
  <dcterms:modified xsi:type="dcterms:W3CDTF">2026-07-29T23:45:00Z</dcterms:modified>
</cp:coreProperties>
</file>