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187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Serializability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77240" y="352044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F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Correctness Standard for Concurrent Schedules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— Transaction Management &amp; Concurrency Control  |  CSE (AI &amp; ML)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Serializability?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of concurrent transactions is serializable if its effect on the database is equivalent to some serial (one-at-a-time) execution of the same transactions.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4F8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65960" y="2926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96596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 Schedule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891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run one after another, with zero interleaving. Always correct, but slow.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43400" y="265176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4F8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760720" y="2926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76072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840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Concurrent Schedule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3891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interleave for performance. May or may not be correct.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138160" y="265176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4F8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555480" y="2926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55548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840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3891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interleaving — but only schedules equivalent to some serial order.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Serializability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Conflicting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operations from different transactions conflict when all three hold: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391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belong to different transactions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791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access the same data item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1927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of them is a write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E4F7F1"/>
          </a:solidFill>
          <a:ln w="13970">
            <a:solidFill>
              <a:srgbClr val="037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– Read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3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conflicts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43400" y="42062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DEAEA"/>
          </a:solidFill>
          <a:ln w="1397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617720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– Write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138160" y="42062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DEAEA"/>
          </a:solidFill>
          <a:ln w="1397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8412480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– Write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Serializability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E57916-9A2B-1450-4D6E-220D8B6AD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55" y="443864"/>
            <a:ext cx="10364725" cy="634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37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Serializability vs. View Serializability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49240" cy="4846320"/>
          </a:xfrm>
          <a:prstGeom prst="roundRect">
            <a:avLst>
              <a:gd name="adj" fmla="val 2264"/>
            </a:avLst>
          </a:prstGeom>
          <a:solidFill>
            <a:srgbClr val="F4F8FA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16916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Serializability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860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is conflict-serializable if it can be transformed into a serial schedule by swapping consecutive non-conflicting operations.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68680" y="3977640"/>
            <a:ext cx="470916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using a precedence (serialization) graph — easy to check.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349240" cy="4846320"/>
          </a:xfrm>
          <a:prstGeom prst="roundRect">
            <a:avLst>
              <a:gd name="adj" fmla="val 2264"/>
            </a:avLst>
          </a:prstGeom>
          <a:solidFill>
            <a:srgbClr val="F4F8FA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92240" y="16916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Serializability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860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is view-serializable if it is equivalent in “reads-from” relationships and “final writes” to some serial schedule.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492240" y="3977640"/>
            <a:ext cx="470916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92240" y="416052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general — every conflict-serializable schedule is view-serializable, but not vice versa. Hard to test (NP-complete).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Serializability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CONFLICT SERIALIZABILITY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Precedence Graph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 with one node per transaction. Draw Ti → Tj whenever an operation of Ti conflicts with, and comes before, an operation of Tj.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6583680" cy="3931920"/>
          </a:xfrm>
          <a:prstGeom prst="roundRect">
            <a:avLst>
              <a:gd name="adj" fmla="val 232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65960" y="3108960"/>
            <a:ext cx="1600200" cy="10972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965960" y="4114800"/>
            <a:ext cx="1600200" cy="9144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023360" y="3108960"/>
            <a:ext cx="0" cy="17373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463040" y="3749040"/>
            <a:ext cx="777240" cy="7772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1463040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566160" y="2651760"/>
            <a:ext cx="777240" cy="7772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56616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66160" y="4846320"/>
            <a:ext cx="777240" cy="7772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566160" y="4846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669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BF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Acyclic graph shown — T1 → T2, T1 → T3, T2 → T3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406640" y="237744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E4F7F1"/>
          </a:solidFill>
          <a:ln w="13970">
            <a:solidFill>
              <a:srgbClr val="037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635240" y="2542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3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cycle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2971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IS conflict-serializable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406640" y="420624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FDEAEA"/>
          </a:solidFill>
          <a:ln w="1397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635240" y="4370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exists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4800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is NOT conflict-serializable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Serializability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Serializability — Key Points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4708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Serializability is the gold-standard correctness criterion for concurrent schedules.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89864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operations — same data item, different transactions, one is a write — are what matter for ordering.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95020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serializability is tested with a precedence graph: acyclic means serializable.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31520" y="5074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3152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00176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serializability is more general but too expensive to test in practice; real systems enforce conflict serializability.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393</Words>
  <Application>Microsoft Office PowerPoint</Application>
  <PresentationFormat>Widescreen</PresentationFormat>
  <Paragraphs>74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 Kiran Mayee Adavala</cp:lastModifiedBy>
  <cp:revision>2</cp:revision>
  <dcterms:created xsi:type="dcterms:W3CDTF">2026-09-09T04:02:35Z</dcterms:created>
  <dcterms:modified xsi:type="dcterms:W3CDTF">2026-09-09T07:20:06Z</dcterms:modified>
</cp:coreProperties>
</file>