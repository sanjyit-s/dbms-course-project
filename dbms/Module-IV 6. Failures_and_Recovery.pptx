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and Recovery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Consistency After the Unexpected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Transaction Management &amp; Recovery  |  CSE (AI &amp; ML)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Recovery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must guarantee that the database returns to a consistent state no matter what goes wrong — mid-transaction crash, power loss, or disk corruption.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606040"/>
            <a:ext cx="731520" cy="7315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659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transaction's effects are either fully applied or not applied at all — never partial.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606040"/>
            <a:ext cx="731520" cy="7315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a transaction's changes survive any subsequent failure.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606040"/>
            <a:ext cx="731520" cy="7315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554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Recovery's Job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the effects of incomplete transactions; redo the effects of committed ones lost from disk.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Failures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Failure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057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transaction cannot continue — logical error (e.g. bad input, integrity violation) or system error (e.g. deadlock victim).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09760" y="16002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832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Crash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657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or power failure causes the contents of volatile (main) memory to be lost.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09760" y="32004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volatile memory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98348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800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Failure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257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disk block loses its content due to a head crash, controller fault, or media damage.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09760" y="48006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F3C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09760" y="4800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stored data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HIERARCHY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Volatile, Nonvolatile, and Stable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DEA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 Storage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memory, cache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are lost on a system crash or power failure. Fastest to access.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365760" cy="2286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5166360"/>
            <a:ext cx="36576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5166360"/>
            <a:ext cx="36576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3DE"/>
          </a:solidFill>
          <a:ln w="15875">
            <a:solidFill>
              <a:srgbClr val="B57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Nonvolatile Storage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Disk, SSD, tape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system crashes, but content can still be lost in a disk failure.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5166360"/>
            <a:ext cx="365760" cy="228600"/>
          </a:xfrm>
          <a:prstGeom prst="rect">
            <a:avLst/>
          </a:prstGeom>
          <a:solidFill>
            <a:srgbClr val="B57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5166360"/>
            <a:ext cx="365760" cy="228600"/>
          </a:xfrm>
          <a:prstGeom prst="rect">
            <a:avLst/>
          </a:prstGeom>
          <a:solidFill>
            <a:srgbClr val="B57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532120" y="5166360"/>
            <a:ext cx="36576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4F7F1"/>
          </a:solidFill>
          <a:ln w="15875">
            <a:solidFill>
              <a:srgbClr val="037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Storage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/ RAID nonvolatile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survive every kind of failure by maintaining multiple synchronized copies.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3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5166360"/>
            <a:ext cx="365760" cy="228600"/>
          </a:xfrm>
          <a:prstGeom prst="rect">
            <a:avLst/>
          </a:prstGeom>
          <a:solidFill>
            <a:srgbClr val="037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9680" y="5166360"/>
            <a:ext cx="365760" cy="228600"/>
          </a:xfrm>
          <a:prstGeom prst="rect">
            <a:avLst/>
          </a:prstGeom>
          <a:solidFill>
            <a:srgbClr val="037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5166360"/>
            <a:ext cx="365760" cy="228600"/>
          </a:xfrm>
          <a:prstGeom prst="rect">
            <a:avLst/>
          </a:prstGeom>
          <a:solidFill>
            <a:srgbClr val="037A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RECOVERY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recovery technique: record every database update in a log on stable storage before applying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CF6F5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0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start&gt;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148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 has begun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620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0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&lt;Ti, X, V1, V2&gt;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8620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changed X from old value V1 to new value V2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CF6F5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7530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0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commit&gt;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5753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has committed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885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0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 abort&gt;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2885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has aborted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4E071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285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 (WAL) rule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record for an update must be written to stable storage before the corresponding data update is written to the database.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TECHNIQUE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 Database Modification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transaction's writes are recorded in the log but not applied to the actual database until the transaction commits.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488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writes update records to the log (no database change yet)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17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&lt;Ti commit&gt;, log records are used to actually perform the writes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862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 fails before commit, nothing needs undoing — the database was never touched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4F7F1"/>
          </a:solidFill>
          <a:ln w="15875">
            <a:solidFill>
              <a:srgbClr val="03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needs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 only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72200" y="50292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DEA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TECHNIQUE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Database Modification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applied to the database as the transaction runs — even before it commits — but only after the log record reaches stable storage.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writes the log record &lt;Ti, X, old, new&gt; to stable storage 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54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then updates X in the database immediately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23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 later aborts or the system crashes before commit, old values must be restored using the log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3DE"/>
          </a:solidFill>
          <a:ln w="15875">
            <a:solidFill>
              <a:srgbClr val="B575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needs both operations: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incomplete transactions — then REDO committed ones not yet flushed to disk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the entire log after every crash is expensive. Checkpoints bound how far back recovery must search.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48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new transactions from starting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all log records and modified buffers to stable storage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03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&lt;checkpoint L&gt; record listing transactions still active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4E0713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486400"/>
            <a:ext cx="10332720" cy="0"/>
          </a:xfrm>
          <a:prstGeom prst="line">
            <a:avLst/>
          </a:prstGeom>
          <a:noFill/>
          <a:ln w="25400">
            <a:solidFill>
              <a:srgbClr val="FCF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534924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5623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9436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transactions active at or after the last checkpoint need to be considered during recovery — everything before it is guaranteed safely on disk.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Paging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logging altogether by keeping two page tables during a transaction's execution.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DEA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Page Table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database pages as they were before the transaction began. Never modified during execution.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E4F7F1"/>
          </a:solidFill>
          <a:ln w="15875">
            <a:solidFill>
              <a:srgbClr val="037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Page Table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974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new copies of any page the transaction modifies, leaving the originals untouched.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526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E0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page table atomically replaces the shadow table.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E0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Abort/crash: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discard the current table — the shadow table is still valid.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no UNDO/REDO logic needed.   Drawback: data fragmentation, costly garbage collection, and difficulty supporting concurrent transactions.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COMPLEXITY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with Concurrent Transactions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many transactions run at once, so recovery must reconstruct exactly which ones to redo or undo after a crash.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202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log forward from the last checkpoint to determine which transactions were active at crash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4187952" y="3794760"/>
            <a:ext cx="256032" cy="274320"/>
          </a:xfrm>
          <a:prstGeom prst="triangle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1945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every logged update from that point forward, restoring the database to its exact pre-crash state.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982712" y="3794760"/>
            <a:ext cx="256032" cy="274320"/>
          </a:xfrm>
          <a:prstGeom prst="triangle">
            <a:avLst/>
          </a:prstGeom>
          <a:solidFill>
            <a:srgbClr val="D4A017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19456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CF6F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468880"/>
            <a:ext cx="822960" cy="8229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the updates of transactions that were still active (uncommitted) at the time of the crash.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→ Redo → Undo structure is the basis of industry-standard algorithms such as ARIES.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Failures &amp; Recovery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E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&amp; Recovery — Key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range from a single transaction error to a full system crash to permanent disk loss — each needs a different response.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3288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recovery (deferred or immediate modification) uses the write-ahead log rule to guarantee atomicity and durability.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557016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6557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bound how much of the log recovery must examine after a crash.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489704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39826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paging offers a log-free alternative at the cost of fragmentation and weaker support for concurrency.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422392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07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3309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concurrent transactions, recovery follows an Analysis → Redo → Undo pattern, as generalized in ARIES.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2026-09-09T03:29:20Z</dcterms:created>
  <dcterms:modified xsi:type="dcterms:W3CDTF">2026-09-09T03:29:20Z</dcterms:modified>
</cp:coreProperties>
</file>